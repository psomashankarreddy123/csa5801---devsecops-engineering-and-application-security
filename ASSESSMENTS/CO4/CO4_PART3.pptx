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D3C"/>
    <a:srgbClr val="6F46CD"/>
    <a:srgbClr val="EF8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66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632" y="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0193" y="109728"/>
            <a:ext cx="100468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D5A"/>
                </a:solidFill>
                <a:latin typeface="Arial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&amp; GITOPS INTEGRATION FOR SECURE DEVSECOPS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621792"/>
            <a:ext cx="626364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90088" y="640080"/>
            <a:ext cx="6245352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&amp;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0088" y="1043975"/>
            <a:ext cx="62118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10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Provider (IdP)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SSO + MFA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RBAC / Least Privilege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3" y="1616700"/>
            <a:ext cx="288036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3983" y="1607748"/>
            <a:ext cx="2880360" cy="336114"/>
          </a:xfrm>
          <a:prstGeom prst="roundRect">
            <a:avLst/>
          </a:prstGeom>
          <a:solidFill>
            <a:srgbClr val="1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461" y="1998848"/>
            <a:ext cx="283692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/ Workstation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Identity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MFA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8180" y="1627632"/>
            <a:ext cx="297180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95800" y="1599799"/>
            <a:ext cx="2964180" cy="357017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1965846"/>
            <a:ext cx="2910840" cy="5488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Code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YAML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Protection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0" y="1618451"/>
            <a:ext cx="288036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4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0788" y="1630644"/>
            <a:ext cx="2862072" cy="310896"/>
          </a:xfrm>
          <a:prstGeom prst="roundRect">
            <a:avLst/>
          </a:prstGeom>
          <a:solidFill>
            <a:srgbClr val="6F4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6028" y="1976478"/>
            <a:ext cx="2846832" cy="5488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Approval + Review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Checks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3536821" y="2065782"/>
            <a:ext cx="951359" cy="0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9" idx="3"/>
            <a:endCxn id="12" idx="1"/>
          </p:cNvCxnSpPr>
          <p:nvPr/>
        </p:nvCxnSpPr>
        <p:spPr>
          <a:xfrm flipV="1">
            <a:off x="7459980" y="2084795"/>
            <a:ext cx="1112520" cy="9181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>
            <a:off x="5941314" y="1406616"/>
            <a:ext cx="0" cy="248047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77724" y="1387100"/>
            <a:ext cx="16063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97382"/>
                </a:solidFill>
                <a:latin typeface="Arial"/>
              </a:defRPr>
            </a:pPr>
            <a:r>
              <a:rPr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cxnSp>
        <p:nvCxnSpPr>
          <p:cNvPr id="19" name="Connector 18"/>
          <p:cNvCxnSpPr>
            <a:cxnSpLocks/>
            <a:stCxn id="3" idx="3"/>
          </p:cNvCxnSpPr>
          <p:nvPr/>
        </p:nvCxnSpPr>
        <p:spPr>
          <a:xfrm>
            <a:off x="9235440" y="1033272"/>
            <a:ext cx="896112" cy="0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2761488"/>
            <a:ext cx="946404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4944" y="3195828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</a:p>
        </p:txBody>
      </p:sp>
      <p:cxnSp>
        <p:nvCxnSpPr>
          <p:cNvPr id="24" name="Connector 23"/>
          <p:cNvCxnSpPr>
            <a:cxnSpLocks/>
            <a:stCxn id="23" idx="3"/>
            <a:endCxn id="26" idx="1"/>
          </p:cNvCxnSpPr>
          <p:nvPr/>
        </p:nvCxnSpPr>
        <p:spPr>
          <a:xfrm>
            <a:off x="2011680" y="3351276"/>
            <a:ext cx="283462" cy="0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295142" y="3195828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</a:t>
            </a:r>
          </a:p>
        </p:txBody>
      </p:sp>
      <p:cxnSp>
        <p:nvCxnSpPr>
          <p:cNvPr id="27" name="Connector 26"/>
          <p:cNvCxnSpPr>
            <a:cxnSpLocks/>
            <a:stCxn id="26" idx="3"/>
            <a:endCxn id="29" idx="1"/>
          </p:cNvCxnSpPr>
          <p:nvPr/>
        </p:nvCxnSpPr>
        <p:spPr>
          <a:xfrm flipV="1">
            <a:off x="3611878" y="3349588"/>
            <a:ext cx="225554" cy="168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837432" y="3194140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SAST</a:t>
            </a:r>
          </a:p>
        </p:txBody>
      </p:sp>
      <p:cxnSp>
        <p:nvCxnSpPr>
          <p:cNvPr id="30" name="Connector 29"/>
          <p:cNvCxnSpPr>
            <a:cxnSpLocks/>
            <a:stCxn id="29" idx="3"/>
            <a:endCxn id="32" idx="1"/>
          </p:cNvCxnSpPr>
          <p:nvPr/>
        </p:nvCxnSpPr>
        <p:spPr>
          <a:xfrm flipV="1">
            <a:off x="5154168" y="3346622"/>
            <a:ext cx="245361" cy="2966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99529" y="3191174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</a:t>
            </a:r>
          </a:p>
        </p:txBody>
      </p:sp>
      <p:cxnSp>
        <p:nvCxnSpPr>
          <p:cNvPr id="33" name="Connector 32"/>
          <p:cNvCxnSpPr>
            <a:cxnSpLocks/>
            <a:stCxn id="32" idx="3"/>
            <a:endCxn id="35" idx="1"/>
          </p:cNvCxnSpPr>
          <p:nvPr/>
        </p:nvCxnSpPr>
        <p:spPr>
          <a:xfrm flipV="1">
            <a:off x="6716265" y="3343574"/>
            <a:ext cx="219459" cy="304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935724" y="3188126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SCAN</a:t>
            </a:r>
          </a:p>
        </p:txBody>
      </p:sp>
      <p:cxnSp>
        <p:nvCxnSpPr>
          <p:cNvPr id="36" name="Connector 35"/>
          <p:cNvCxnSpPr>
            <a:cxnSpLocks/>
            <a:stCxn id="35" idx="3"/>
            <a:endCxn id="38" idx="1"/>
          </p:cNvCxnSpPr>
          <p:nvPr/>
        </p:nvCxnSpPr>
        <p:spPr>
          <a:xfrm>
            <a:off x="8252460" y="3343574"/>
            <a:ext cx="242316" cy="304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94776" y="3191174"/>
            <a:ext cx="1472184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61507" y="2549388"/>
            <a:ext cx="0" cy="201168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902315" y="2587752"/>
            <a:ext cx="0" cy="201168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131552" y="2761488"/>
            <a:ext cx="1508760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E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140696" y="2771943"/>
            <a:ext cx="1490472" cy="363139"/>
          </a:xfrm>
          <a:prstGeom prst="roundRect">
            <a:avLst/>
          </a:prstGeom>
          <a:solidFill>
            <a:srgbClr val="BE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3145536"/>
            <a:ext cx="132588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PASS → Continue</a:t>
            </a:r>
          </a:p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FAIL → Stop &amp; Fix</a:t>
            </a:r>
          </a:p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Re-run pipeline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966960" y="3310128"/>
            <a:ext cx="164592" cy="0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87096" y="4005072"/>
            <a:ext cx="2904744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9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87350" y="4005072"/>
            <a:ext cx="2904490" cy="310896"/>
          </a:xfrm>
          <a:prstGeom prst="roundRect">
            <a:avLst/>
          </a:prstGeom>
          <a:solidFill>
            <a:srgbClr val="149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REGISTRY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291" y="4206008"/>
            <a:ext cx="2606039" cy="96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Image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SBOM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Signing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Scan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4005072"/>
            <a:ext cx="315468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4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657600" y="3968496"/>
            <a:ext cx="3154679" cy="310896"/>
          </a:xfrm>
          <a:prstGeom prst="roundRect">
            <a:avLst/>
          </a:prstGeom>
          <a:solidFill>
            <a:srgbClr val="6F4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GITOPS CONTROLLER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34563" y="4181381"/>
            <a:ext cx="2971800" cy="9879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Argo CD / Flux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State from Git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Synchronization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Reconciliation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9980" y="3991274"/>
            <a:ext cx="443484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459980" y="3979885"/>
            <a:ext cx="4434840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CLUSTER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14616" y="4350737"/>
            <a:ext cx="439826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  |  Network Policies  |  Secrets Management</a:t>
            </a:r>
          </a:p>
        </p:txBody>
      </p:sp>
      <p:cxnSp>
        <p:nvCxnSpPr>
          <p:cNvPr id="54" name="Connector 53"/>
          <p:cNvCxnSpPr>
            <a:cxnSpLocks/>
          </p:cNvCxnSpPr>
          <p:nvPr/>
        </p:nvCxnSpPr>
        <p:spPr>
          <a:xfrm>
            <a:off x="5715000" y="3721608"/>
            <a:ext cx="0" cy="278892"/>
          </a:xfrm>
          <a:prstGeom prst="line">
            <a:avLst/>
          </a:prstGeom>
          <a:ln w="19050">
            <a:solidFill>
              <a:srgbClr val="6F4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51367" y="3728073"/>
            <a:ext cx="15632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97382"/>
                </a:solidFill>
                <a:latin typeface="Arial"/>
              </a:defRPr>
            </a:pPr>
            <a:r>
              <a:rPr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BUILD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291840" y="4553712"/>
            <a:ext cx="365760" cy="0"/>
          </a:xfrm>
          <a:prstGeom prst="line">
            <a:avLst/>
          </a:prstGeom>
          <a:ln w="19050">
            <a:solidFill>
              <a:srgbClr val="14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210865" y="4311314"/>
            <a:ext cx="52770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1496AF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</a:p>
        </p:txBody>
      </p:sp>
      <p:cxnSp>
        <p:nvCxnSpPr>
          <p:cNvPr id="58" name="Connector 57"/>
          <p:cNvCxnSpPr>
            <a:cxnSpLocks/>
          </p:cNvCxnSpPr>
          <p:nvPr/>
        </p:nvCxnSpPr>
        <p:spPr>
          <a:xfrm>
            <a:off x="6812280" y="4553712"/>
            <a:ext cx="647700" cy="0"/>
          </a:xfrm>
          <a:prstGeom prst="line">
            <a:avLst/>
          </a:prstGeom>
          <a:ln w="19050">
            <a:solidFill>
              <a:srgbClr val="6F4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731211" y="4350737"/>
            <a:ext cx="809837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F46CD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SYNC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94092" y="4672978"/>
            <a:ext cx="1106424" cy="310896"/>
          </a:xfrm>
          <a:prstGeom prst="roundRect">
            <a:avLst/>
          </a:prstGeom>
          <a:solidFill>
            <a:srgbClr val="1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13138" y="4676802"/>
            <a:ext cx="1106424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98480" y="4669903"/>
            <a:ext cx="1106424" cy="310896"/>
          </a:xfrm>
          <a:prstGeom prst="roundRect">
            <a:avLst/>
          </a:prstGeom>
          <a:solidFill>
            <a:srgbClr val="BE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</a:t>
            </a:r>
          </a:p>
        </p:txBody>
      </p:sp>
      <p:cxnSp>
        <p:nvCxnSpPr>
          <p:cNvPr id="66" name="Connector 65"/>
          <p:cNvCxnSpPr>
            <a:cxnSpLocks/>
          </p:cNvCxnSpPr>
          <p:nvPr/>
        </p:nvCxnSpPr>
        <p:spPr>
          <a:xfrm>
            <a:off x="8747951" y="4825351"/>
            <a:ext cx="296037" cy="0"/>
          </a:xfrm>
          <a:prstGeom prst="line">
            <a:avLst/>
          </a:prstGeom>
          <a:ln w="1270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cxnSpLocks/>
          </p:cNvCxnSpPr>
          <p:nvPr/>
        </p:nvCxnSpPr>
        <p:spPr>
          <a:xfrm>
            <a:off x="10296525" y="4823637"/>
            <a:ext cx="323850" cy="0"/>
          </a:xfrm>
          <a:prstGeom prst="line">
            <a:avLst/>
          </a:prstGeom>
          <a:ln w="1270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611878" y="5669280"/>
            <a:ext cx="626364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3613910" y="5662558"/>
            <a:ext cx="6284469" cy="310896"/>
          </a:xfrm>
          <a:prstGeom prst="roundRect">
            <a:avLst/>
          </a:prstGeom>
          <a:solidFill>
            <a:srgbClr val="23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&amp; AUDIT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1" y="6099872"/>
            <a:ext cx="621791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cxnSp>
        <p:nvCxnSpPr>
          <p:cNvPr id="71" name="Connector 70"/>
          <p:cNvCxnSpPr>
            <a:cxnSpLocks/>
          </p:cNvCxnSpPr>
          <p:nvPr/>
        </p:nvCxnSpPr>
        <p:spPr>
          <a:xfrm>
            <a:off x="9634854" y="5120641"/>
            <a:ext cx="0" cy="567376"/>
          </a:xfrm>
          <a:prstGeom prst="line">
            <a:avLst/>
          </a:prstGeom>
          <a:ln w="1905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90788" y="5275025"/>
            <a:ext cx="100219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232D3C"/>
                </a:solidFill>
                <a:latin typeface="Arial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</a:p>
        </p:txBody>
      </p:sp>
      <p:cxnSp>
        <p:nvCxnSpPr>
          <p:cNvPr id="73" name="Connector 72"/>
          <p:cNvCxnSpPr>
            <a:cxnSpLocks/>
          </p:cNvCxnSpPr>
          <p:nvPr/>
        </p:nvCxnSpPr>
        <p:spPr>
          <a:xfrm flipH="1" flipV="1">
            <a:off x="1792338" y="6166357"/>
            <a:ext cx="1819540" cy="3048"/>
          </a:xfrm>
          <a:prstGeom prst="line">
            <a:avLst/>
          </a:prstGeom>
          <a:ln w="19050">
            <a:solidFill>
              <a:srgbClr val="6F46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cxnSpLocks/>
          </p:cNvCxnSpPr>
          <p:nvPr/>
        </p:nvCxnSpPr>
        <p:spPr>
          <a:xfrm flipV="1">
            <a:off x="1794370" y="5120641"/>
            <a:ext cx="0" cy="1054607"/>
          </a:xfrm>
          <a:prstGeom prst="line">
            <a:avLst/>
          </a:prstGeom>
          <a:ln w="19050">
            <a:solidFill>
              <a:srgbClr val="232D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750679" y="5907795"/>
            <a:ext cx="1648208" cy="261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F46CD"/>
                </a:solidFill>
                <a:latin typeface="Arial"/>
              </a:defRPr>
            </a:pPr>
            <a:r>
              <a:rPr sz="1100" dirty="0">
                <a:solidFill>
                  <a:srgbClr val="232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/ EVENTS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64139" y="5675825"/>
            <a:ext cx="178308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0264139" y="5669280"/>
            <a:ext cx="1783080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GOVERNANCE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55579" y="6064850"/>
            <a:ext cx="1600200" cy="394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232D3C"/>
                </a:solidFill>
                <a:latin typeface="Arial"/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Auditability</a:t>
            </a:r>
          </a:p>
          <a:p>
            <a:pPr>
              <a:spcAft>
                <a:spcPts val="150"/>
              </a:spcAft>
              <a:defRPr sz="720">
                <a:solidFill>
                  <a:srgbClr val="232D3C"/>
                </a:solidFill>
                <a:latin typeface="Arial"/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as Code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Compliance</a:t>
            </a:r>
          </a:p>
        </p:txBody>
      </p:sp>
      <p:cxnSp>
        <p:nvCxnSpPr>
          <p:cNvPr id="85" name="Connector 18">
            <a:extLst>
              <a:ext uri="{FF2B5EF4-FFF2-40B4-BE49-F238E27FC236}">
                <a16:creationId xmlns:a16="http://schemas.microsoft.com/office/drawing/2014/main" id="{B7C6680B-C5D1-47A7-C366-616CD0EF4EC4}"/>
              </a:ext>
            </a:extLst>
          </p:cNvPr>
          <p:cNvCxnSpPr>
            <a:cxnSpLocks/>
          </p:cNvCxnSpPr>
          <p:nvPr/>
        </p:nvCxnSpPr>
        <p:spPr>
          <a:xfrm>
            <a:off x="10131552" y="1033272"/>
            <a:ext cx="0" cy="574476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18">
            <a:extLst>
              <a:ext uri="{FF2B5EF4-FFF2-40B4-BE49-F238E27FC236}">
                <a16:creationId xmlns:a16="http://schemas.microsoft.com/office/drawing/2014/main" id="{58DCA289-F316-34A7-7F01-A83081A3D184}"/>
              </a:ext>
            </a:extLst>
          </p:cNvPr>
          <p:cNvCxnSpPr>
            <a:cxnSpLocks/>
          </p:cNvCxnSpPr>
          <p:nvPr/>
        </p:nvCxnSpPr>
        <p:spPr>
          <a:xfrm>
            <a:off x="2076450" y="1010427"/>
            <a:ext cx="0" cy="574476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18">
            <a:extLst>
              <a:ext uri="{FF2B5EF4-FFF2-40B4-BE49-F238E27FC236}">
                <a16:creationId xmlns:a16="http://schemas.microsoft.com/office/drawing/2014/main" id="{5302668E-8E3E-43C1-A0A0-66E9D7C56C09}"/>
              </a:ext>
            </a:extLst>
          </p:cNvPr>
          <p:cNvCxnSpPr>
            <a:cxnSpLocks/>
          </p:cNvCxnSpPr>
          <p:nvPr/>
        </p:nvCxnSpPr>
        <p:spPr>
          <a:xfrm>
            <a:off x="2076450" y="1033272"/>
            <a:ext cx="896112" cy="0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9">
            <a:extLst>
              <a:ext uri="{FF2B5EF4-FFF2-40B4-BE49-F238E27FC236}">
                <a16:creationId xmlns:a16="http://schemas.microsoft.com/office/drawing/2014/main" id="{ED38BDEE-626B-6A5C-48A6-49426131B305}"/>
              </a:ext>
            </a:extLst>
          </p:cNvPr>
          <p:cNvSpPr/>
          <p:nvPr/>
        </p:nvSpPr>
        <p:spPr>
          <a:xfrm>
            <a:off x="512063" y="2774959"/>
            <a:ext cx="9464040" cy="283627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8414"/>
                </a:solidFill>
                <a:latin typeface="Arial"/>
              </a:defRPr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SECURITY PIPELINE</a:t>
            </a:r>
          </a:p>
        </p:txBody>
      </p:sp>
      <p:cxnSp>
        <p:nvCxnSpPr>
          <p:cNvPr id="132" name="Connector 43">
            <a:extLst>
              <a:ext uri="{FF2B5EF4-FFF2-40B4-BE49-F238E27FC236}">
                <a16:creationId xmlns:a16="http://schemas.microsoft.com/office/drawing/2014/main" id="{EB1A949D-491C-EC97-6E3C-8666BA51D6DF}"/>
              </a:ext>
            </a:extLst>
          </p:cNvPr>
          <p:cNvCxnSpPr>
            <a:cxnSpLocks/>
          </p:cNvCxnSpPr>
          <p:nvPr/>
        </p:nvCxnSpPr>
        <p:spPr>
          <a:xfrm>
            <a:off x="9201912" y="3728073"/>
            <a:ext cx="6471" cy="251812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73">
            <a:extLst>
              <a:ext uri="{FF2B5EF4-FFF2-40B4-BE49-F238E27FC236}">
                <a16:creationId xmlns:a16="http://schemas.microsoft.com/office/drawing/2014/main" id="{9F546560-931A-AFB9-0CC4-D73176A8AEF7}"/>
              </a:ext>
            </a:extLst>
          </p:cNvPr>
          <p:cNvCxnSpPr>
            <a:cxnSpLocks/>
          </p:cNvCxnSpPr>
          <p:nvPr/>
        </p:nvCxnSpPr>
        <p:spPr>
          <a:xfrm flipV="1">
            <a:off x="5154168" y="5120641"/>
            <a:ext cx="0" cy="527303"/>
          </a:xfrm>
          <a:prstGeom prst="line">
            <a:avLst/>
          </a:prstGeom>
          <a:ln w="19050">
            <a:solidFill>
              <a:srgbClr val="232D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159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MOGO</dc:creator>
  <cp:keywords/>
  <dc:description>generated using python-pptx</dc:description>
  <cp:lastModifiedBy>Mohan Ram</cp:lastModifiedBy>
  <cp:revision>3</cp:revision>
  <dcterms:created xsi:type="dcterms:W3CDTF">2013-01-27T09:14:16Z</dcterms:created>
  <dcterms:modified xsi:type="dcterms:W3CDTF">2026-08-15T07:51:40Z</dcterms:modified>
  <cp:category/>
</cp:coreProperties>
</file>